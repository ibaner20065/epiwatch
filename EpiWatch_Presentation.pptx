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D4A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EpiWatch GramRaksha + PashuRaksha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AI-Powered Rural One-Health Disease Intelligence</a:t>
            </a:r>
          </a:p>
          <a:p>
            <a:r>
              <a:t>and Smallholder Livelihood Protection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[The Rural Problem &amp; Mission]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[*] Livestock is the Farmer's Primary Bank Account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- 80 percent of India's livestock reared by smallholders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Single outbreak (FMD, LSD, PPR) = economic catastrophe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[*] The Zoonotic &amp; Monsoon Health Nexus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- 75 percent of emerging diseases at rural human-animal-forest interface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Monsoon: waterborne diseases + vector-borne illnesses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[*] The Rural Diagnostic Desert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- 7-21 day delays for lab confirmation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Farmers lose critical time for disease response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[Solution: EpiWatch Outbreak Shield]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[+] 4-8 Week Lead-Time Warning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Uses satellite climate telemetry (NASA POWER)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Forecasts outbreaks before hospital/cattle spikes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[+] Tehsil/Block-Level Granularity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Grounded in 19th Livestock Census (356 MH tehsils)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- 32.48M livestock, 77.79M poultry coverage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[+] Grassroots Field Triage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AI NLP symptom triage for Pashu Sakhis &amp; ASHA workers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Vernacular Marathi/Hindi voice support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[+] Farmer Health Screening (SwasthSandhi)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Early digital WOMAC screening for OA (AUC 0.96)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[System Architecture Overview]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RURAL DATA INGESTION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IDSP Rural Disease Trends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MOSPI 37 Livestock Diseases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19th Census (356 MH Tehsils)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NASA POWER Monsoon Climate Lags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AI ENSEMBLE FORECASTING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111 National Livestock Ensembles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44 Maharashtra District Models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54 Human Vector/Water Models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NLP Clinical Symptom Classifier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GRASSROOTS ACTION HUBS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Gram Panchayat Multilingual SMS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Pashu Sakhi Field App + Audio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Mobile Vet Unit (MVU) Routing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[Core Rural Modules (Part 1)]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[1] PashuRaksha - Rural Livestock Economy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[*] 37 livestock diseases, 11 years of MOSPI data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[*] 111 ensemble models (Attacks, Outbreaks, Deaths)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[*] Maharashtra: 44 District Models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[*] Mobile Veterinary Unit (MVU) route allocation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[2] EpiWatch - Monsoon Epidemic Forecasting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[*] Waterborne &amp; Vector Defense (ADD, Malaria, Dengue)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[*] HistGradientBoostingRegressor + XGBoost ensemble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[*] SHAP weather explainability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[*] 4-8 week advance warnings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[Core Rural Modules (Part 2)]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[3] Pashu Sakhi &amp; Village Worker Field Intake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[*] Grassroots reporting portal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[*] Real-time NLP symptom-to-disease inference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[*] Vernacular Marathi, Hindi, English support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[*] Clinical severity grading (Mild, Moderate, Severe)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[4] SwasthSandhi - Farmer Osteoarthritis Screening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[*] Community camp screening for farm workers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[*] WOMAC pain &amp; stiffness evaluation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[*] Digital early-detection screening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[5] Grounded Village Health AI Assistant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[*] Decision support with verified epidemiology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[*] Refuses medical hallucinations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[Technical Stack]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BACKEND: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[*] FastAPI (Python 3.12)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[*] PostgreSQL + SQLite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[*] SQLAlchemy ORM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[*] Supabase for production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ML &amp; DATA: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[*] Prophet forecasting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[*] XGBoost ensemble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[*] HistGradientBoosting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[*] SHAP explainability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[*] Pandas/NumPy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FRONTEND: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[*] Next.js 15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[*] React components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[*] Glassmorphic UI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[*] Interactive risk maps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APIs &amp; DATA: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[*] NASA POWER API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[*] IDSP surveillance feeds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[*] 19th Livestock Census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[*] Geospatial (GeoJSON)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[*] Real-time data streams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[Frontend Dashboard Features]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[+] Risk Map Visualization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Interactive district-level risk heatmap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Real-time disease toggles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[+] District Forecasts &amp; Historical Data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Predicted vs. actual disease trends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- 8-week backtesting proof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Climate-driven outbreak forecasting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[+] Grounded AI Assistant Chat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Cite epidemiology documents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Query predictions with explanations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Multilingual support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[+] Methodology &amp; World Context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Transparent model documentation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Global disease surveillance context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[Data &amp; ML Pipeline]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DATA INGESTION: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14 raw + processed files (1.38 MB joined dataset)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11,232 rows x 12 columns weekly data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Climate data from NASA POWER API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Census population projections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ML TRAINING: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27 district x disease combinations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54 trained models (.pkl artifacts)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Metrics: MAE=12.99, RMSE=14.60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8-week holdout backtest evaluation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MODEL TYPES: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Prophet (seasonal decomposition)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XGBoost (gradient boosting)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HistGradientBoostingRegressor (baseline)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NLP for symptom classification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[Database Architecture]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11 PostgreSQL Tables (598,291+ seeded records):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[*] districts - District metadata &amp; population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[*] case_data - Historical disease cases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[*] climate_data - NASA POWER weather variables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[*] livestock_inventory - 19th Census tehsil breakdown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[*] livestock_diseases - MOSPI 37-disease definitions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[*] forecast_results - Model predictions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[*] backtest_data - 8-week holdout evaluation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[*] user_reports - Pashu Sakhi field triage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[*] oa_screening - SwasthSandhi OA risk profiles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[*] chat_history - AI assistant conversations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[*] document_chunks - Epidemiology reference library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[FastAPI Endpoints]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HEALTH &amp; CORE: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GET /health - Service status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GET /districts - List all districts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PREDICTIONS &amp; FORECASTING: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GET /districts/{id}/forecast - 4-8 week forecast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GET /districts/{id}/history - Historical trends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GET /backtest/{event_id} - Backtest results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LIVESTOCK INTELLIGENCE: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GET /livestock/dataful/summary - National aggregate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GET /livestock/dataful/diseases - Disease catalog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POST /livestock/triage - Symptom classification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GROUNDED AI: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POST /assistant/query - Conversational Q&amp;A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 endpoints: CORS-enabled, JSON response, 200-500ms latency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[Implementation Milestones]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[OK] PHASE 1: Data Ingestion &amp; ETL (COMPLETE)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- 14 data sources ingested, 11K+ weekly records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[OK] PHASE 2: ML Modeling (COMPLETE)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- 54 trained models, backtest validation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[OK] PHASE 3: Backend &amp; Database (COMPLETE)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- FastAPI + PostgreSQL, 598K+ seeded records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[OK] PHASE 4: Frontend Dashboard (COMPLETE)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- Next.js + React, 7+ interactive pages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[OK] PHASE 5: Integration &amp; Testing (COMPLETE)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- 40-test e2e suite, all tests passing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[OK] PHASE 6: Conversational AI (COMPLETE)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- Grounded assistant with document citations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[Quality Assurance &amp; Testing]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E2E TEST SUITE: 40/40 Tests Passing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[+] DATABASE TESTS (11 tables, 613K+ rows)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Schema validation, data integrity checks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[+] REST API TESTS (8 endpoints)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Latency profiling, response validation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[+] ML TESTS (4 model artifacts)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Pickle file integrity, prediction ranges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[+] PIPELINE TESTS (3 chain checks)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Data flow validation, ETL completeness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[+] FRONTEND TESTS (7 pages)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- Build validation, component rendering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STATUS: [OK] ALL CLEAR - Deploy Approved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[Impact &amp; Metrics]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GEOGRAPHIC COVERAGE: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356 Tehsils across Maharashtra (32.48M livestock)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77.79M poultry tracked via 19th Census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9 districts with complete climate data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MODEL PERFORMANCE: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MAE: 12.99 cases (vs. baseline 18.5)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RMSE: 14.60 (weekly forecast accuracy)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Lead-time: 4-8 weeks advance warning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OA Screening AUC: 0.96 (excellent discrimination)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DEPLOYMENT READINESS: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40/40 tests passing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598K+ seeded production records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&lt;500ms API response latency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Multilingual (Marathi, Hindi, English)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spcBef>
                <a:spcPts val="800"/>
              </a:spcBef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[Next Steps &amp; Roadmap]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IMMEDIATE (Next 30 Days):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Farmer field trials (3 Gram Panchayats)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Mobile app deployment (iOS/Android)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Integration with ASHA worker platforms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SHORT-TERM (3-6 Months):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Expand to 10+ Indian states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Add veterinary intervention routing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Real-time SMS alert deployment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MEDIUM-TERM (6-12 Months):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Integrate satellite imagery for field verification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Scale to 500+ Gram Panchayats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Livestock insurance partnership integration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LONG-TERM VISION: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Pan-India One-Health surveillance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Cross-country border disease tracking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[*] Open-source policy for global adoption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D4A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Join Us in Building Rural India's Disease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EpiWatch: Protecting Livelihoods, Saving Lives</a:t>
            </a:r>
          </a:p>
          <a:p>
            <a:r>
              <a:t>Rural | AI-Powered | Scalable | Global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C8C8C8"/>
                </a:solidFill>
              </a:defRPr>
            </a:pPr>
            <a:r>
              <a:t>Generated: September 03, 2026</a:t>
            </a:r>
          </a:p>
          <a:p>
            <a:r>
              <a:t>Repository: Ibaner20065/epiwatch | Status: Production 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